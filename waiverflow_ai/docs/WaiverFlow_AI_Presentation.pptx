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WaiverFlow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</a:defRPr>
            </a:pPr>
            <a:r>
              <a:t>Autonomous Lien Waiver &amp; Compliance Tracking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563EB"/>
                </a:solidFill>
              </a:defRPr>
            </a:pPr>
            <a:r>
              <a:t>Built for General Contractors · Powered by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Stakeholder Presentation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🔴  General contractors manage 20–50+ subcontractors per project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🔴  Every pay cycle requires signed lien waivers from every sub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🔴  Wrong waiver type (conditional vs. unconditional) causes legal risk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🔴  Expired COIs create massive liability gaps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🔴  Manual follow-up consumes hours per cycle — waivers slip through the cracks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🔴  Payment delays, liens, and admin frustration are the norm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</a:defRPr>
            </a:pPr>
            <a:r>
              <a:t>An intelligent agent that requests, validates, and follows up on every waiver and COI</a:t>
            </a:r>
            <a:br/>
            <a:r>
              <a:t>so pay applications never stall.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4747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Autonomous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Generates waivers, validates docs,</a:t>
            </a:r>
            <a:br/>
            <a:r>
              <a:t>sends reminders, checks state laws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34747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Smart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Extracts &amp; validates signature,</a:t>
            </a:r>
            <a:br/>
            <a:r>
              <a:t>date, amount, project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0" y="34747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Real-Time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Go/no-go readiness per project;</a:t>
            </a:r>
            <a:br/>
            <a:r>
              <a:t>audit export for lenders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0" y="34747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Auto Escalation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Gentle → Firm → GC Alert</a:t>
            </a:r>
            <a:br/>
            <a:r>
              <a:t>at 1 / 3 / 5 days overdue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How It Works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2860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Onboard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Add subs manually</a:t>
            </a:r>
            <a:br/>
            <a:r>
              <a:t>or via CSV 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2971799" y="22860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Pay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39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Generate waivers</a:t>
            </a:r>
            <a:br/>
            <a:r>
              <a:t>for all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846319" y="22860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Notify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Email with</a:t>
            </a:r>
            <a:br/>
            <a:r>
              <a:t>secure upload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6720839" y="22860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OCR checks signature,</a:t>
            </a:r>
            <a:br/>
            <a:r>
              <a:t>date, amount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999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595360" y="22860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Escalate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Auto follow-up</a:t>
            </a:r>
            <a:br/>
            <a:r>
              <a:t>at 1/3/5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469880" y="2286000"/>
            <a:ext cx="1097280" cy="10972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4114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Dashboard shows</a:t>
            </a:r>
            <a:br/>
            <a:r>
              <a:t>ready status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🧾  Pay-Cycle Waiver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Auto-detect conditional/unconditional by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103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📋  COI Compliance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Expiry monitoring &amp; automated renewal reminders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🔍  OCR Document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Azure AI extracts &amp; validates key fields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2103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286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🤖  Autonomous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926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Agent escalates overdue waivers automatically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📊  Pay-App Readiness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Go/no-go status across all subs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4389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📦  Audit Export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5212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ZIP with waivers, COIs &amp; summary for lenders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389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🏢  Multi-Tenant Isolation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212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Row-level security per GC organization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4389120"/>
            <a:ext cx="2560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11827"/>
                </a:solidFill>
              </a:defRPr>
            </a:pPr>
            <a:r>
              <a:t>🔐  Role-Based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21208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gc_accountant · gc_admin · sub_admin · controller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AI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3474720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LLM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Routes simple tasks to cheap models,</a:t>
            </a:r>
            <a:br/>
            <a:r>
              <a:t>complex to frontier — provider-agnostic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3474720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RAG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Retrieves state lien statutes,</a:t>
            </a:r>
            <a:br/>
            <a:r>
              <a:t>generates grounded, cited answers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3474720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Autonomous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Plans, calls MCP tools, maintains</a:t>
            </a:r>
            <a:br/>
            <a:r>
              <a:t>memory — generates, validates, reminds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2004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3474720"/>
            <a:ext cx="914400" cy="9144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572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5029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Prompt injection defense, PII redaction,</a:t>
            </a:r>
            <a:br/>
            <a:r>
              <a:t>content moderation, eval quality gates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11827"/>
                </a:solidFill>
              </a:defRPr>
            </a:pPr>
            <a:r>
              <a:t>Angular 19 SPA  ←→  API Gateway (.NET 10)  ←→  5 Bounded Context Services</a:t>
            </a:r>
            <a:br/>
            <a:r>
              <a:t>                                                          ↕</a:t>
            </a:r>
            <a:br/>
            <a:r>
              <a:t>                                          PostgreSQL + Redis</a:t>
            </a:r>
            <a:br/>
            <a:r>
              <a:t>                                                          ↕</a:t>
            </a:r>
            <a:br/>
            <a:r>
              <a:t>                                          Python AI Microservice</a:t>
            </a:r>
            <a:br/>
            <a:r>
              <a:t>                                          (OCR · LLM · RAG · Agent · Guardrails)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Clean Architecture · DDD · CQRS · Event-Driven · Outbox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</a:defRPr>
            </a:pPr>
            <a:r>
              <a:t>Docker · Kubernetes (AKS) · Terraform · OpenTelemetry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4747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.NET 10 / C# 14 · ASP.NET Core</a:t>
            </a:r>
            <a:br/>
            <a:r>
              <a:t>MediatR · EF Core · FluentValidation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2286000"/>
            <a:ext cx="34747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AI / 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Python 3.12 · FastAPI</a:t>
            </a:r>
            <a:br/>
            <a:r>
              <a:t>Azure AI Document Intelligence</a:t>
            </a:r>
            <a:br/>
            <a:r>
              <a:t>OpenAI · LangChain · Semantic Kernel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286000"/>
            <a:ext cx="34747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017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Angular 19 · TypeScript</a:t>
            </a:r>
            <a:br/>
            <a:r>
              <a:t>Standalone Components</a:t>
            </a:r>
            <a:br/>
            <a:r>
              <a:t>Custom CSS Design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34747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PostgreSQL 16 · pgvector</a:t>
            </a:r>
            <a:br/>
            <a:r>
              <a:t>Redis 7 · MassTransit</a:t>
            </a:r>
            <a:br/>
            <a:r>
              <a:t>Azure Service Bus / RabbitMQ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4389120"/>
            <a:ext cx="34747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Docker · Kubernetes (AKS)</a:t>
            </a:r>
            <a:br/>
            <a:r>
              <a:t>Terraform / Bicep</a:t>
            </a:r>
            <a:br/>
            <a:r>
              <a:t>OpenTelemetry · Serilog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389120"/>
            <a:ext cx="3474720" cy="1828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t>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12064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</a:defRPr>
            </a:pPr>
            <a:r>
              <a:t>OpenID Connect (Auth0/Entra ID)</a:t>
            </a:r>
            <a:br/>
            <a:r>
              <a:t>Row-Level Security</a:t>
            </a:r>
            <a:br/>
            <a:r>
              <a:t>Audit Log · RBAC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F2937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🔐  OpenID Connect authentication with role-based access control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🏢  Multi-tenant isolation — every row has a tenant key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🛡️  Row-Level Security enforced at the database level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📝  Append-only audit log for all state-changing actions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🔑  Idempotency keys prevent duplicate processing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🚦  Rate limiting protects API endpoints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🧹  PII redaction on all AI inputs &amp; outputs</a:t>
            </a:r>
          </a:p>
          <a:p>
            <a:pPr>
              <a:spcAft>
                <a:spcPts val="800"/>
              </a:spcAft>
              <a:defRPr sz="1600">
                <a:solidFill>
                  <a:srgbClr val="F3F4F6"/>
                </a:solidFill>
              </a:defRPr>
            </a:pPr>
            <a:r>
              <a:t>🧪  AI guardrails: injection detection, content moderation, eval gates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Business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5603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80%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Waiver collection drops from</a:t>
            </a:r>
            <a:br/>
            <a:r>
              <a:t>hours to minutes per pay cycle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2860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03519" y="25603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Zero Missed Waivers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Auto-follow-up catches every</a:t>
            </a:r>
            <a:br/>
            <a:r>
              <a:t>document before payment runs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0" y="256032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50% Less Liability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114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COI expiry monitoring eliminates</a:t>
            </a:r>
            <a:br/>
            <a:r>
              <a:t>insurance coverage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54480" y="47548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Faster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09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Pay apps are never delayed by</a:t>
            </a:r>
            <a:br/>
            <a:r>
              <a:t>missing compliance documents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48056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19" y="47548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Audit-Ready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6309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One-click export package for</a:t>
            </a:r>
            <a:br/>
            <a:r>
              <a:t>lenders, owners &amp;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480560"/>
            <a:ext cx="256032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52560" y="47548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11827"/>
                </a:solidFill>
              </a:defRPr>
            </a:pPr>
            <a:r>
              <a:t>AI-Powered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6309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Intelligent agent handles the</a:t>
            </a:r>
            <a:br/>
            <a:r>
              <a:t>entire workflow autonomously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3F4F6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10312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Phase 0</a:t>
            </a:r>
            <a:br/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✅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Spec, architecture,</a:t>
            </a:r>
            <a:br/>
            <a:r>
              <a:t>Docker, CI/CD skeleton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2286000"/>
            <a:ext cx="210312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Phase 1</a:t>
            </a:r>
            <a:br/>
            <a:r>
              <a:t>Core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✅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Waiver generation, COI</a:t>
            </a:r>
            <a:br/>
            <a:r>
              <a:t>tracking, OCR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2286000"/>
            <a:ext cx="210312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Phase 2</a:t>
            </a:r>
            <a:br/>
            <a: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</a:defRPr>
            </a:pPr>
            <a:r>
              <a:t>🔄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RAG, autonomous agent,</a:t>
            </a:r>
            <a:br/>
            <a:r>
              <a:t>LLM orchestration, 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59" y="2286000"/>
            <a:ext cx="210312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39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Phase 3</a:t>
            </a:r>
            <a:br/>
            <a:r>
              <a:t>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</a:defRPr>
            </a:pPr>
            <a:r>
              <a:t>⏳ 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39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Security review, load</a:t>
            </a:r>
            <a:br/>
            <a:r>
              <a:t>testing, observability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286000"/>
            <a:ext cx="2103120" cy="38404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2560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Phase 4</a:t>
            </a:r>
            <a:br/>
            <a: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747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</a:defRPr>
            </a:pPr>
            <a:r>
              <a:t>⏳ Planned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02336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</a:defRPr>
            </a:pPr>
            <a:r>
              <a:t>Feedback loops, retrieval</a:t>
            </a:r>
            <a:br/>
            <a:r>
              <a:t>tuning, expanded autonomy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B728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WaiverFlow AI — Built with .NET 10 · Angular 19 · Python AI · PostgreSQL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